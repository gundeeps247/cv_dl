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20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76656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Segment This Thing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8D9E6"/>
                </a:solidFill>
              </a:rPr>
              <a:t>Efficient Point-Prompted Object Segmentation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Why this project: testing whether a recent CVPR model is not only accurate, but fast, robust and useful from one click.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CE8"/>
                </a:solidFill>
              </a:rPr>
              <a:t>Reproduction • Evaluation • Robustness • Extension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5074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Gundeep Singh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Aditya Bakhale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Raghavendra Prasad Shetti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996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pic>
        <p:nvPicPr>
          <p:cNvPr id="8" name="Image 0" descr="/mnt/data/cvdl_extract/cv_dl project/qualitative_resul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643821"/>
            <a:ext cx="4114800" cy="55246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• PROJECT RATIONALE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we chose this project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08760"/>
            <a:ext cx="5943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did not want a project that only prints accuracy. We chose STT-B because it lets us test the full practical question: can a modern segmentation model work from one click, respond quickly, and still be reliable?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9535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LOGIC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3310128"/>
            <a:ext cx="5394960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Single-point segmentation is intuitive for annotation and interactive tools.
• STT-B is recent, research-backed, and has official code/checkpoint.
• Its efficiency claim is testable against a known baseline: SAM ViT-B.
• The same outputs support accuracy, robustness, confidence, and object-measurement analysis.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1691640"/>
            <a:ext cx="44805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NEED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675120" y="1920240"/>
            <a:ext cx="4480560" cy="54864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click → target object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675120" y="2743200"/>
            <a:ext cx="44805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NEED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75120" y="2971800"/>
            <a:ext cx="4480560" cy="54864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accuracy + reliability, not only IoU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675120" y="3794760"/>
            <a:ext cx="44805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NEED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675120" y="4023360"/>
            <a:ext cx="4480560" cy="54864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 response on limited GPU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67512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</a:rPr>
              <a:t>Core framing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675120" y="5349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</a:rPr>
              <a:t>Segmentation is useful only when the mask is good enough, the system is fast enough, and failures can be understood.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• REPRODUCTION TARGET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STT-B promised us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81328"/>
            <a:ext cx="5943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STT-B uses foveated tokenization: more detail near the user point and cheaper representation farther away. That made it ideal for our question: can we trade a small amount of accuracy for much faster interactive segmentation?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REPRODUCED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539496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Official STT-B pretrained checkpoint.
• Official predictor and foveation configuration.
• Inference-only evaluation; no retraining or fine-tuning.
• Best mask selected using the model's predicted-IoU output.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1517904"/>
            <a:ext cx="1554480" cy="292608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033"/>
                </a:solidFill>
              </a:rPr>
              <a:t>Image + point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0" y="1517904"/>
            <a:ext cx="228600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8"/>
                </a:solidFill>
              </a:rPr>
              <a:t>input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60920" y="1865376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6F91"/>
                </a:solidFill>
              </a:rPr>
              <a:t>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267712"/>
            <a:ext cx="1554480" cy="292608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033"/>
                </a:solidFill>
              </a:rPr>
              <a:t>Foveator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267712"/>
            <a:ext cx="228600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8"/>
                </a:solidFill>
              </a:rPr>
              <a:t>multi-scale tokens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60920" y="2615184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6F91"/>
                </a:solidFill>
              </a:rPr>
              <a:t>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017520"/>
            <a:ext cx="1554480" cy="292608"/>
          </a:xfrm>
          <a:prstGeom prst="rect">
            <a:avLst/>
          </a:prstGeom>
          <a:solidFill>
            <a:srgbClr val="E4F1F7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033"/>
                </a:solidFill>
              </a:rPr>
              <a:t>STT-B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3017520"/>
            <a:ext cx="228600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8"/>
                </a:solidFill>
              </a:rPr>
              <a:t>segmentation model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0920" y="3364992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6F91"/>
                </a:solidFill>
              </a:rPr>
              <a:t>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767328"/>
            <a:ext cx="1554480" cy="292608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033"/>
                </a:solidFill>
              </a:rPr>
              <a:t>Candidates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3767328"/>
            <a:ext cx="228600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8"/>
                </a:solidFill>
              </a:rPr>
              <a:t>masks + scores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60920" y="411480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6F91"/>
                </a:solidFill>
              </a:rPr>
              <a:t>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4517136"/>
            <a:ext cx="1554480" cy="292608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033"/>
                </a:solidFill>
              </a:rPr>
              <a:t>Best mask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517136"/>
            <a:ext cx="228600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DE5ED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8"/>
                </a:solidFill>
              </a:rPr>
              <a:t>highest score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5440680"/>
            <a:ext cx="4480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foveation: token size 16; strides [1,2,4,6,8]; grid sizes [4,4,6,8,10].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• METHOD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project was built around that choice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44752"/>
            <a:ext cx="10515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experiment answers one part of the same project rationale: quality, speed, robustness, reliability, and whether the mask becomes useful data.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3736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6596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GT mask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Point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Preprocess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29400" y="2304288"/>
            <a:ext cx="1051560" cy="594360"/>
          </a:xfrm>
          <a:prstGeom prst="rect">
            <a:avLst/>
          </a:prstGeom>
          <a:solidFill>
            <a:srgbClr val="E4F1F7"/>
          </a:solidFill>
          <a:ln>
            <a:solidFill>
              <a:srgbClr val="2D6F9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STT-B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Best mask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281160" y="24963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6F91"/>
                </a:solidFill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0" y="2304288"/>
            <a:ext cx="1051560" cy="594360"/>
          </a:xfrm>
          <a:prstGeom prst="rect">
            <a:avLst/>
          </a:prstGeom>
          <a:solidFill>
            <a:srgbClr val="EEF3F7"/>
          </a:solidFill>
          <a:ln>
            <a:solidFill>
              <a:srgbClr val="DDE5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033"/>
                </a:solidFill>
              </a:rPr>
              <a:t>Evaluate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657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ANALYSIS BRANCHES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33832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" y="4233672"/>
            <a:ext cx="3383280" cy="73152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IoU • Dice • Precision • Recall • Boundary F1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4389120" y="4005072"/>
            <a:ext cx="33832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EFFICIENCY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389120" y="4233672"/>
            <a:ext cx="3383280" cy="73152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runtime • E2E runtime • FPS • GPU memory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8092440" y="4005072"/>
            <a:ext cx="33832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4233672"/>
            <a:ext cx="3383280" cy="73152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area • perimeter • bbox • occupancy • errors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685800" y="5833872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protocol: 499 valid main images; 100 paired samples for robustness and STT-vs-SAM.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• EXPERIMENTAL SETUP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exactly was tested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45920"/>
            <a:ext cx="2331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2331720" cy="73152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Oxford-IIIT Pet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3,669 test images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3246120" y="1645920"/>
            <a:ext cx="2331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EVAL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46120" y="1874520"/>
            <a:ext cx="2331720" cy="73152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499 valid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500 sampled, 1 skipped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806440" y="1645920"/>
            <a:ext cx="2331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ROBUSTNESS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806440" y="1874520"/>
            <a:ext cx="2331720" cy="73152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 paired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prompts + 5 degradations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366760" y="1645920"/>
            <a:ext cx="2331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366760" y="1874520"/>
            <a:ext cx="2331720" cy="73152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 paired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STT-B vs SAM ViT-B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31520" y="3127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 CHOICES THAT MATTER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" y="3502152"/>
            <a:ext cx="612648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Trimap label 1 treated as foreground; labels 2/3 as non-foreground.
• Small images upscaled so the short side reaches at least 1280 px, then predictions are mapped back.
• Deepest-interior point used for the predetermined main evaluation.
• Tesla T4 GPU; official STT-B checkpoint; no training or fine-tuning.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0664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033"/>
                </a:solidFill>
              </a:rPr>
              <a:t>Why this matters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06640" y="3611880"/>
            <a:ext cx="3840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protocol keeps the project defensible: we evaluate a released research model under documented conditions rather than tuning the setup until the numbers look best.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• MAIN RESULT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 and precise, but not boundary-perfect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IOU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2103120" cy="77724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0.607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0.584–0.628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2971800" y="160020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971800" y="1828800"/>
            <a:ext cx="2103120" cy="77724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0.715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0.692–0.736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257800" y="160020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257800" y="1828800"/>
            <a:ext cx="2103120" cy="77724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0.855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0.846–0.864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7543800" y="160020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543800" y="1828800"/>
            <a:ext cx="2103120" cy="77724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0.723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0.694–0.749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" y="324612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F1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85800" y="3474720"/>
            <a:ext cx="2103120" cy="777240"/>
          </a:xfrm>
          <a:prstGeom prst="rect">
            <a:avLst/>
          </a:prstGeom>
          <a:solidFill>
            <a:srgbClr val="F7EDED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0.095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0.088–0.102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71800" y="324612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E2E RUNTIME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971800" y="3474720"/>
            <a:ext cx="2103120" cy="77724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0.093 s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~11 FPS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257800" y="324612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MEMORY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257800" y="3474720"/>
            <a:ext cx="2103120" cy="77724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0.397 GB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mean peak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7543800" y="324612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AREA ERROR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543800" y="3474720"/>
            <a:ext cx="2103120" cy="77724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34.85%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 GT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22960" y="5257800"/>
            <a:ext cx="9326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point of the model: strong foreground precision and fast response. 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Limitation: the object boundary/shape is the hard part.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• VISUAL EVIDENCE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masks actually look like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pic>
        <p:nvPicPr>
          <p:cNvPr id="6" name="Image 0" descr="/mnt/data/cvdl_extract/cv_dl project/qualitative_resul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242" y="1417320"/>
            <a:ext cx="3643636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645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NOTICE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543800" y="2029968"/>
            <a:ext cx="3749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Several examples produce usable full-object masks around IoU ≈ 0.73–0.85.
• One displayed case collapses to a tiny mask: IoU ≈ 0.024.
• This supports the reliability story: averages hide catastrophic cases.
• Keep this figure: it explains the project faster than text.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543800" y="484632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STT-B can be very useful when it works, but the failures are important enough to analyze.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• ACCURACY–EFFICIENCY TRADE-OFF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STT-B was worth evaluating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pic>
        <p:nvPicPr>
          <p:cNvPr id="6" name="Image 0" descr="/mnt/data/cvdl_extract/cv_dl project/stt_vs_sam_i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21823"/>
            <a:ext cx="4754880" cy="2717074"/>
          </a:xfrm>
          <a:prstGeom prst="rect">
            <a:avLst/>
          </a:prstGeom>
        </p:spPr>
      </p:pic>
      <p:pic>
        <p:nvPicPr>
          <p:cNvPr id="7" name="Image 1" descr="/mnt/data/cvdl_extract/cv_dl project/stt_vs_sam_run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521823"/>
            <a:ext cx="4754880" cy="271707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470916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STT-B IOU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68680" y="4937760"/>
            <a:ext cx="2057400" cy="50292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0.631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3108960" y="470916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IOU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108960" y="4937760"/>
            <a:ext cx="2057400" cy="502920"/>
          </a:xfrm>
          <a:prstGeom prst="rect">
            <a:avLst/>
          </a:prstGeom>
          <a:solidFill>
            <a:srgbClr val="EEF3F7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6F9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0.672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989320" y="470916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STT-B FPS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5989320" y="4937760"/>
            <a:ext cx="2057400" cy="502920"/>
          </a:xfrm>
          <a:prstGeom prst="rect">
            <a:avLst/>
          </a:prstGeom>
          <a:solidFill>
            <a:srgbClr val="E7F3EF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2D8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13.54</a:t>
            </a:r>
            <a:endParaRPr lang="en-US" sz="2300" dirty="0"/>
          </a:p>
        </p:txBody>
      </p:sp>
      <p:sp>
        <p:nvSpPr>
          <p:cNvPr id="14" name="Text 10"/>
          <p:cNvSpPr/>
          <p:nvPr/>
        </p:nvSpPr>
        <p:spPr>
          <a:xfrm>
            <a:off x="8229600" y="470916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FPS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229600" y="4937760"/>
            <a:ext cx="2057400" cy="50292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2.28</a:t>
            </a:r>
            <a:endParaRPr lang="en-US" sz="2300" dirty="0"/>
          </a:p>
        </p:txBody>
      </p:sp>
      <p:sp>
        <p:nvSpPr>
          <p:cNvPr id="16" name="Text 12"/>
          <p:cNvSpPr/>
          <p:nvPr/>
        </p:nvSpPr>
        <p:spPr>
          <a:xfrm>
            <a:off x="868680" y="5879592"/>
            <a:ext cx="97840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is slightly more accurate; STT-B is much faster. This is exactly the project question: not a universal winner, but a useful trade-off.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• PROMPT SENSITIVITY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user click is part of the system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pic>
        <p:nvPicPr>
          <p:cNvPr id="6" name="Image 0" descr="/mnt/data/cvdl_extract/cv_dl project/prompt_robustness_i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34540"/>
            <a:ext cx="5212080" cy="2606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0" y="1737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 RESULT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92240" y="2057400"/>
            <a:ext cx="420624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Centroid prompt: IoU 0.650 — strongest in this ablation.
• Deepest interior: 0.616.
• Random and boundary: ≈0.532 each.
• Point location materially changes segmentation quality.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0" y="466344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belongs in the project: real interactive systems depend on users, not just architecture.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• IMAGE ROBUSTNESS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happens when input quality changes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pic>
        <p:nvPicPr>
          <p:cNvPr id="6" name="Image 0" descr="/mnt/data/cvdl_extract/cv_dl project/degradation_robustness_i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34540"/>
            <a:ext cx="5212080" cy="2606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0" y="1737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ROBUSTNESS RESULT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92240" y="2057400"/>
            <a:ext cx="42062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Original IoU: 0.616.
• Dark: 0.629; low-res: 0.608; blur: 0.600.
• Bright: 0.574 — largest mean drop.
• The model is not equally sensitive to all image changes.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0" y="466344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supports the choice of project because it goes beyond clean benchmark accuracy into stress testing.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F91"/>
          </a:solidFill>
          <a:ln w="12700">
            <a:solidFill>
              <a:srgbClr val="2D6F9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6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• RELIABILITY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Confidence helps, but does not guarantee correctness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pic>
        <p:nvPicPr>
          <p:cNvPr id="6" name="Image 0" descr="/mnt/data/cvdl_extract/cv_dl project/confidence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463040"/>
            <a:ext cx="466344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55448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LOW-IOU FAILURES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103120" cy="731520"/>
          </a:xfrm>
          <a:prstGeom prst="rect">
            <a:avLst/>
          </a:prstGeom>
          <a:solidFill>
            <a:srgbClr val="F7EDED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66 / 499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IoU &lt; 0.25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8823960" y="155448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 FAILURES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823960" y="1783080"/>
            <a:ext cx="2103120" cy="731520"/>
          </a:xfrm>
          <a:prstGeom prst="rect">
            <a:avLst/>
          </a:prstGeom>
          <a:solidFill>
            <a:srgbClr val="F7EDED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 / 499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B54D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 score, poor mask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6400800" y="288036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CORR.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00800" y="3108960"/>
            <a:ext cx="2103120" cy="73152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0.518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predicted vs actual IoU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8823960" y="2880360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GEOMETRY ERROR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823960" y="3108960"/>
            <a:ext cx="2103120" cy="731520"/>
          </a:xfrm>
          <a:prstGeom prst="rect">
            <a:avLst/>
          </a:prstGeom>
          <a:solidFill>
            <a:srgbClr val="FFF4E4"/>
          </a:solidFill>
          <a:ln>
            <a:solidFill>
              <a:srgbClr val="D9E2EA">
                <a:alpha val="80000"/>
              </a:srgbClr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34.85% area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D69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27.06% perimeter</a:t>
            </a:r>
            <a:endParaRPr lang="en-US" sz="2300" dirty="0"/>
          </a:p>
        </p:txBody>
      </p:sp>
      <p:sp>
        <p:nvSpPr>
          <p:cNvPr id="15" name="Text 12"/>
          <p:cNvSpPr/>
          <p:nvPr/>
        </p:nvSpPr>
        <p:spPr>
          <a:xfrm>
            <a:off x="6400800" y="4800600"/>
            <a:ext cx="44805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matters: the model is fast and useful, but reliability inspection is necessary before trusting every mask.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11480" y="65105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8D9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• WRAP-UP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project proves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61872"/>
            <a:ext cx="960120" cy="0"/>
          </a:xfrm>
          <a:prstGeom prst="line">
            <a:avLst/>
          </a:prstGeom>
          <a:noFill/>
          <a:ln w="50800">
            <a:solidFill>
              <a:srgbClr val="64A6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Why the choice was justified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52120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It connects a current CVPR model to a practical interactive problem.
• It gives a clear measurable trade-off: STT-B is faster; SAM is somewhat more accurate.
• It creates room for real analysis: prompts, degradations, confidence and failures.
• It extends masks into object measurements rather than stopping at IoU.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508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D9E6"/>
                </a:solidFill>
              </a:rPr>
              <a:t>Final conclusion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92240" y="1965960"/>
            <a:ext cx="44348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STT-B is a strong efficiency-focused segmentation model for fast point-prompted interaction. It is not pixel-perfect, but it is useful when speed, simplicity and interpretable failure analysis matter.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492240" y="4114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D9E6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4462272"/>
            <a:ext cx="438912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Calibrate predicted IoU.
• Improve point selection.
• Investigate empty-mask failures.
• Try multi-point prompting and boundary refinement.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61904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CE8"/>
                </a:solidFill>
              </a:rPr>
              <a:t>Gundeep Singh • Aditya Bakhale • Raghavendra Prasad Shetti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65105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1143</Words>
  <Application>Microsoft Office PowerPoint</Application>
  <PresentationFormat>Widescreen</PresentationFormat>
  <Paragraphs>172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 This Thing Final Project Presentation</dc:title>
  <dc:subject>STT-B Project Presentation</dc:subject>
  <dc:creator>OpenAI</dc:creator>
  <cp:lastModifiedBy>Raghavendra Prasad Shetti</cp:lastModifiedBy>
  <cp:revision>2</cp:revision>
  <dcterms:created xsi:type="dcterms:W3CDTF">2026-08-19T18:21:32Z</dcterms:created>
  <dcterms:modified xsi:type="dcterms:W3CDTF">2026-08-19T18:27:55Z</dcterms:modified>
</cp:coreProperties>
</file>